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1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902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377440"/>
            <a:ext cx="6400800" cy="6400800"/>
          </a:xfrm>
          <a:prstGeom prst="ellipse">
            <a:avLst/>
          </a:prstGeom>
          <a:solidFill>
            <a:srgbClr val="E6394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291840"/>
            <a:ext cx="5029200" cy="5029200"/>
          </a:xfrm>
          <a:prstGeom prst="ellipse">
            <a:avLst/>
          </a:prstGeom>
          <a:solidFill>
            <a:srgbClr val="F4A24C">
              <a:alpha val="12000"/>
            </a:srgbClr>
          </a:solidFill>
          <a:ln/>
        </p:spPr>
      </p:sp>
      <p:pic>
        <p:nvPicPr>
          <p:cNvPr id="4" name="Image 0" descr="/sessions/dreamy-jolly-bell/mnt/iara-gdbpzn-EDZalinskaya23/app/static/img/mv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4317"/>
            <a:ext cx="806116" cy="16011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514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Fire Safety Management System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58368" y="39776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7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platform for the daily operations of a fire department — reporting incidents, dispatching teams, assigning tasks and resources, and coordinating over live chat.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5806440"/>
            <a:ext cx="0" cy="50292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760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Ekaterina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Zalinskaya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B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SQLite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430"/>
                </a:solidFill>
                <a:latin typeface="Bookman Old Style" pitchFamily="34" charset="0"/>
              </a:rPr>
              <a:t>The idea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goal was a single web app where every step of an incident lives in one place, from a citizen's report to closing the case.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9464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69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54203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 or dispatcher registers an incident with type, address and a map point.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398388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33928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41071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dispatcher assigns a crew; firefighters confirm and head out.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267068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4287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427939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and resource requests are tracked; the team chats per incident.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175504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51814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5108316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moves to done and the crew is freed for the next call.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0" y="1554480"/>
            <a:ext cx="3749040" cy="4754880"/>
          </a:xfrm>
          <a:prstGeom prst="roundRect">
            <a:avLst>
              <a:gd name="adj" fmla="val 2927"/>
            </a:avLst>
          </a:prstGeom>
          <a:solidFill>
            <a:srgbClr val="16181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965960"/>
            <a:ext cx="731520" cy="7315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046720" y="2834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incident carries a GPS point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092440" y="3520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AE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Leaflet + OpenStreetMap widget pins the exact location so crews know where to go.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503920" y="4754880"/>
            <a:ext cx="2286000" cy="0"/>
          </a:xfrm>
          <a:prstGeom prst="line">
            <a:avLst/>
          </a:prstGeom>
          <a:noFill/>
          <a:ln w="12700">
            <a:solidFill>
              <a:srgbClr val="3A3E4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2440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  </a:t>
            </a:r>
            <a:r>
              <a:rPr lang="en-US" sz="1200" dirty="0">
                <a:solidFill>
                  <a:srgbClr val="AE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Citizen · Dispatcher · Firefighter · Admin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 plan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79" y="1637968"/>
            <a:ext cx="2193367" cy="4375205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1" y="1958009"/>
            <a:ext cx="865803" cy="8949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96111" y="1958009"/>
            <a:ext cx="865803" cy="894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3009569"/>
            <a:ext cx="1770086" cy="497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512489"/>
            <a:ext cx="1770086" cy="2088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roles, the incident lifecycle and the data model (tables + relations).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71215" y="1637968"/>
            <a:ext cx="2193367" cy="4375205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27247" y="1958009"/>
            <a:ext cx="865803" cy="894928"/>
          </a:xfrm>
          <a:prstGeom prst="ellipse">
            <a:avLst/>
          </a:prstGeom>
          <a:solidFill>
            <a:srgbClr val="F4A24C"/>
          </a:solidFill>
          <a:ln/>
        </p:spPr>
      </p:sp>
      <p:sp>
        <p:nvSpPr>
          <p:cNvPr id="11" name="Text 9"/>
          <p:cNvSpPr/>
          <p:nvPr/>
        </p:nvSpPr>
        <p:spPr>
          <a:xfrm>
            <a:off x="3127247" y="1958009"/>
            <a:ext cx="865803" cy="894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3009569"/>
            <a:ext cx="1770086" cy="497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72384" y="3512489"/>
            <a:ext cx="1770086" cy="2088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 factory, SQLite schema, login and role-based access control.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02351" y="1637968"/>
            <a:ext cx="2193367" cy="4375205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58383" y="1958009"/>
            <a:ext cx="865803" cy="8949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5358383" y="1958009"/>
            <a:ext cx="865803" cy="894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03520" y="3009569"/>
            <a:ext cx="1770086" cy="497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Core features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03520" y="3512489"/>
            <a:ext cx="1770086" cy="2088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Incidents, crews, tasks and resource requests — one module at a time.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33487" y="1637968"/>
            <a:ext cx="2193367" cy="4375205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19" y="1958009"/>
            <a:ext cx="865803" cy="894928"/>
          </a:xfrm>
          <a:prstGeom prst="ellipse">
            <a:avLst/>
          </a:prstGeom>
          <a:solidFill>
            <a:srgbClr val="F4A24C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19" y="1958009"/>
            <a:ext cx="865803" cy="894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34656" y="3009569"/>
            <a:ext cx="1770086" cy="497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34656" y="3512489"/>
            <a:ext cx="1770086" cy="2088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Per-incident chat and an operations channel with live polling + read receipts.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564623" y="1637968"/>
            <a:ext cx="2193367" cy="4375205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20655" y="1958009"/>
            <a:ext cx="865803" cy="8949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9820655" y="1958009"/>
            <a:ext cx="865803" cy="894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765792" y="3009569"/>
            <a:ext cx="1770086" cy="497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Polish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765792" y="3512489"/>
            <a:ext cx="1770086" cy="2088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integration, seed/demo data, docs, diagrams and a wiki.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F2430"/>
                </a:solidFill>
                <a:latin typeface="Bookman Old Style" pitchFamily="34" charset="0"/>
              </a:rPr>
              <a:t>Technologies used</a:t>
            </a:r>
          </a:p>
        </p:txBody>
      </p:sp>
      <p:sp>
        <p:nvSpPr>
          <p:cNvPr id="4" name="Shape 2"/>
          <p:cNvSpPr/>
          <p:nvPr/>
        </p:nvSpPr>
        <p:spPr>
          <a:xfrm>
            <a:off x="729200" y="1623458"/>
            <a:ext cx="4707503" cy="147178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5" name="Shape 3"/>
          <p:cNvSpPr/>
          <p:nvPr/>
        </p:nvSpPr>
        <p:spPr>
          <a:xfrm>
            <a:off x="930368" y="1879490"/>
            <a:ext cx="733637" cy="767888"/>
          </a:xfrm>
          <a:prstGeom prst="ellipse">
            <a:avLst/>
          </a:prstGeom>
          <a:solidFill>
            <a:srgbClr val="FBEA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47" y="2016581"/>
            <a:ext cx="460733" cy="4607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42536" y="1821949"/>
            <a:ext cx="3301366" cy="511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Python + Flask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51714" y="2080658"/>
            <a:ext cx="3362502" cy="76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routing and business logic. Organised with an app factory and blueprints.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51643" y="1618488"/>
            <a:ext cx="4360410" cy="147178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31947" y="1961302"/>
            <a:ext cx="758455" cy="767888"/>
          </a:xfrm>
          <a:prstGeom prst="ellipse">
            <a:avLst/>
          </a:prstGeom>
          <a:solidFill>
            <a:srgbClr val="FBEAE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491" y="2124014"/>
            <a:ext cx="487151" cy="46073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8473" y="1833320"/>
            <a:ext cx="3057950" cy="511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SQLite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81845" y="2047324"/>
            <a:ext cx="3114578" cy="76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database. Plain SQL schema, foreign keys.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29200" y="4249965"/>
            <a:ext cx="4718104" cy="147178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930367" y="4505996"/>
            <a:ext cx="735289" cy="767889"/>
          </a:xfrm>
          <a:prstGeom prst="ellipse">
            <a:avLst/>
          </a:prstGeom>
          <a:solidFill>
            <a:srgbClr val="FBEAE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095" y="4635771"/>
            <a:ext cx="508337" cy="5083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45960" y="4480470"/>
            <a:ext cx="3308800" cy="51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HTML · CSS · JS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18662" y="4608451"/>
            <a:ext cx="3370074" cy="76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front-end. JS for the live chat polling.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751643" y="4215444"/>
            <a:ext cx="4360410" cy="147178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31947" y="4567393"/>
            <a:ext cx="758455" cy="767888"/>
          </a:xfrm>
          <a:prstGeom prst="ellipse">
            <a:avLst/>
          </a:prstGeom>
          <a:solidFill>
            <a:srgbClr val="FBEAE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0699" y="4719233"/>
            <a:ext cx="460733" cy="46073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06034" y="4480470"/>
            <a:ext cx="3057950" cy="511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Leaflet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906034" y="4695374"/>
            <a:ext cx="3114579" cy="76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to place and show each incident's GPS point.</a:t>
            </a:r>
            <a:endParaRPr lang="en-US" sz="1150" dirty="0"/>
          </a:p>
        </p:txBody>
      </p:sp>
      <p:pic>
        <p:nvPicPr>
          <p:cNvPr id="42" name="Рисунок 41" descr="Изображение выглядит как логотип, графическая вставка, График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4D082A48-8273-4B13-8ECD-D40E797F37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947" y="3173319"/>
            <a:ext cx="662589" cy="6625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26" name="Picture 2" descr="Flask Logo Icon SVG Vector &amp; PNG Free Download | UXWing">
            <a:extLst>
              <a:ext uri="{FF2B5EF4-FFF2-40B4-BE49-F238E27FC236}">
                <a16:creationId xmlns:a16="http://schemas.microsoft.com/office/drawing/2014/main" id="{977E9465-B7C2-41E1-95D5-4173E5C92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140" y="2752343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62F35D0-D5CC-4943-92B8-B5EDDF508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577" y="3125974"/>
            <a:ext cx="1696232" cy="80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21E20F6-ABC4-4E00-9A88-67990EC8A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52" y="5851526"/>
            <a:ext cx="759380" cy="75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FEB40BA8-BEFF-4E1D-9230-82B8257E8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29" y="5833659"/>
            <a:ext cx="563205" cy="79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EB7E5E6E-659E-4136-983E-2F408360C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237" y="5815211"/>
            <a:ext cx="2008472" cy="5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Рисунок 44" descr="Изображение выглядит как снимок экрана, желтый, Графика, Прямоугольник&#10;&#10;Автоматически созданное описание">
            <a:extLst>
              <a:ext uri="{FF2B5EF4-FFF2-40B4-BE49-F238E27FC236}">
                <a16:creationId xmlns:a16="http://schemas.microsoft.com/office/drawing/2014/main" id="{5F6A6EF9-4B6A-46CA-A921-4472760F8E3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5934" y="5757657"/>
            <a:ext cx="953432" cy="9534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430"/>
                </a:solidFill>
                <a:latin typeface="Bookman Old Style" pitchFamily="34" charset="0"/>
              </a:rPr>
              <a:t>Key features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658368" cy="65836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18541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Citizen reporting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form (no login) turns a report into a new incident.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057400"/>
            <a:ext cx="658368" cy="65836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2185416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Incidents + map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view and track incidents with a GPS point and status flow.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057400"/>
            <a:ext cx="658368" cy="65836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218541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Crew dispatch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2104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firefighters by role; they confirm; statuses update automatically.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206240"/>
            <a:ext cx="658368" cy="65836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" y="433425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Tasks &amp; resources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14400" y="5303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work into tasks and request equipment, each with its own status.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206240"/>
            <a:ext cx="658368" cy="65836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4334256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chat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17720" y="5303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Per-incident chat + an ops channel, with 'seen' read receipts.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206240"/>
            <a:ext cx="658368" cy="65836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056" y="4334256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Roles &amp; access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321040" y="5303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 guard every page so each role sees only what it should.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E6394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84709" y="2464067"/>
            <a:ext cx="6622582" cy="1472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Bookman Old Style" pitchFamily="34" charset="0"/>
              </a:rPr>
              <a:t>Now let’s discuss the project!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417</Words>
  <Application>Microsoft Office PowerPoint</Application>
  <PresentationFormat>Широкоэкранный</PresentationFormat>
  <Paragraphs>62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Safety Management System</dc:title>
  <dc:subject/>
  <dc:creator>Екатерина</dc:creator>
  <cp:lastModifiedBy>Екатерина</cp:lastModifiedBy>
  <cp:revision>5</cp:revision>
  <dcterms:created xsi:type="dcterms:W3CDTF">2026-07-01T14:56:56Z</dcterms:created>
  <dcterms:modified xsi:type="dcterms:W3CDTF">2026-07-01T15:36:20Z</dcterms:modified>
</cp:coreProperties>
</file>